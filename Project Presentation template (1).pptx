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Title of the Project</a:t>
            </a:r>
            <a:br>
              <a:rPr lang="en-IN" dirty="0"/>
            </a:br>
            <a:r>
              <a:rPr lang="en-IN" dirty="0"/>
              <a:t>Team 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Student Name 	Roll No</a:t>
            </a:r>
          </a:p>
          <a:p>
            <a:r>
              <a:rPr lang="en-IN" dirty="0"/>
              <a:t>Student Name 	Roll No</a:t>
            </a:r>
          </a:p>
          <a:p>
            <a:r>
              <a:rPr lang="en-IN" dirty="0"/>
              <a:t>Student Name 	Roll No</a:t>
            </a:r>
          </a:p>
          <a:p>
            <a:endParaRPr lang="en-IN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7D318-FBF5-482E-BB10-69D54EA53D7B}" type="datetime1">
              <a:rPr lang="en-IN" smtClean="0"/>
              <a:t>15-10-2026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819AD-E7C0-4450-A29A-C3AB3AFFF6B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A9410-9F72-4C75-ADBD-63106BC7C7D6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1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7212C-F907-4AC4-966E-162B34E8EFA5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2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A43E7-AB4E-4C38-9410-6577E2291C02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3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F71FF-0CE0-4D83-9933-F69CED863D8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Screen Shots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50197-AF06-5AEF-7EEE-2BB7A4AD9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Geo Tag Photo and git 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026B-5FC7-651F-1236-75071A9D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4BAD5-7EFF-4B1E-4929-B42B4691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14C08-598A-44BF-A4B1-00F35979A9B0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